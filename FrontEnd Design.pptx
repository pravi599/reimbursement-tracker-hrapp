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1" r:id="rId5"/>
    <p:sldId id="260" r:id="rId6"/>
    <p:sldId id="259" r:id="rId7"/>
    <p:sldId id="262" r:id="rId8"/>
    <p:sldId id="273" r:id="rId9"/>
    <p:sldId id="263" r:id="rId10"/>
    <p:sldId id="264" r:id="rId11"/>
    <p:sldId id="274" r:id="rId12"/>
    <p:sldId id="265" r:id="rId13"/>
    <p:sldId id="266" r:id="rId14"/>
    <p:sldId id="267" r:id="rId15"/>
    <p:sldId id="268" r:id="rId16"/>
    <p:sldId id="271" r:id="rId17"/>
    <p:sldId id="272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86459-54FA-C989-8D66-4554BC54B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64F2B-6CA7-250D-E025-718B69902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07C8F-BFBB-5DBE-B930-237620713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21187-63D7-4E0D-B506-B9413E552789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18F4B-B11D-6E37-8168-4B21C119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DFC91-FE1D-E17B-492B-36906D4F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79A3-3AB7-4365-A716-240FA91B61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07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79102-EC91-7B72-70AE-4876988F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CEBDB-3C99-C8DC-860D-8F1744900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3D3C3-47EA-3835-E9DA-90013B0C7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21187-63D7-4E0D-B506-B9413E552789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40FA-92AE-7AA3-5805-875602B0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37BAA-CEDA-0C4E-9E20-6BC81E336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79A3-3AB7-4365-A716-240FA91B61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52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1E19F-11A2-988D-D7C5-453E69C47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6AF8D-FDCC-D778-D120-E4B888106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47B9C-F717-5BAE-50B0-355AC30A9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21187-63D7-4E0D-B506-B9413E552789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66EA5-F97C-79A7-A2BD-0C6034CE2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C58FD-2397-EE6C-5BEC-FCE2DB505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79A3-3AB7-4365-A716-240FA91B61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37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AE7B4-63AD-B5EC-7D4D-B71EF3513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869BE-D9D2-5E46-5AE8-9270432E9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DA686-37A6-7F7E-6D89-3251ECD07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94F01-5B97-C240-634E-3FF48DBA8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21187-63D7-4E0D-B506-B9413E552789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B7BF9-D79F-36BF-DBF4-AC9DFF58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401C5-7C67-D25E-B90A-0AEDEC6A7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79A3-3AB7-4365-A716-240FA91B61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190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F5DBD-9A82-741E-5231-60674CACF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A6D20-4DD7-18EB-F4AE-F469307A9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D7D87-ED49-507B-BF18-48A7B5DEF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27EA78-5610-15E8-D08B-7E0756AD5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3FD9B7-71D7-A831-DE53-7CF1E37149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0E420E-DE52-E195-043A-4C2CBF657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21187-63D7-4E0D-B506-B9413E552789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F0B44-969F-E0CE-6493-D918CF7BE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0F9D5-FF6C-47AF-63B8-77C14929D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79A3-3AB7-4365-A716-240FA91B61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19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C7EE6-157E-04AD-973D-B7CA025AA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BBB5A9-45E8-445F-B2AC-289EBE085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21187-63D7-4E0D-B506-B9413E552789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DEB06-E1E8-B8C5-94BE-CE12B3832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43A02-0358-C486-0195-33EA83900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79A3-3AB7-4365-A716-240FA91B61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27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46FC27-17FA-A598-963E-8DBBBAE3D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21187-63D7-4E0D-B506-B9413E552789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BA1B2B-2325-A174-6A2A-B7E26DEF7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BDFD9-CE84-3542-DED4-462E577AB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79A3-3AB7-4365-A716-240FA91B61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091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5B71B-4B5F-A17B-EE70-8F7FC677D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0932D-2EE3-DC12-E68D-B30B5ADB3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21F7A1-E355-48CA-588A-F779DE5A8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7D2B9-95B4-83E0-CEC2-835EC402A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21187-63D7-4E0D-B506-B9413E552789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84A29-FAC1-4C63-AE6E-458CB4ADD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1F657-39A5-C17B-0746-C497977C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79A3-3AB7-4365-A716-240FA91B61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27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DD44A-72E7-B9B1-B12C-562F3FFBE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1A8D14-AF9E-0D83-48D2-407E96F8B8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FAE6D-81D9-9922-CF94-1C298DA51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9CC35-F78B-B26A-278E-EFC0A914E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21187-63D7-4E0D-B506-B9413E552789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0F1D1-BED3-3959-D1FB-793099E4D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AA818-2873-3DC8-1466-C1FC6EC4C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79A3-3AB7-4365-A716-240FA91B61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006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4A14C-7BCC-8554-92A6-52023A230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9F7DCB-1F3C-F6DA-4CC2-BA353306A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063F0-E234-3B7B-97DF-496ADF68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21187-63D7-4E0D-B506-B9413E552789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57843-D6D9-52A2-11B2-AC41A9F8F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9B25A-94AF-57CD-A86C-8313EA45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79A3-3AB7-4365-A716-240FA91B61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103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697A35-68AF-887A-D1BA-72F186811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94FE9-9F8F-107E-A409-9A711457E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3BADE-AE01-CC60-299B-BBA254648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21187-63D7-4E0D-B506-B9413E552789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AF830-359B-B984-F52D-F768FCF90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F660F-184C-EF71-150A-8837CEE05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79A3-3AB7-4365-A716-240FA91B61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197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E4C75-ABE4-FB5A-2BF1-C95DDB5E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AE666-428F-1D78-EB5C-32EA1040B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31AED-3771-E258-2EAA-D8D2D2523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21187-63D7-4E0D-B506-B9413E552789}" type="datetimeFigureOut">
              <a:rPr lang="en-IN" smtClean="0"/>
              <a:t>11-12-2023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33ACC-F2D8-5989-5055-B13CE3346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0B278-C711-CA01-DD3F-2EFFCA0B9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179A3-3AB7-4365-A716-240FA91B61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289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77460-E4DA-5C90-BEE1-3BE6B57B5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494461"/>
          </a:xfrm>
        </p:spPr>
        <p:txBody>
          <a:bodyPr/>
          <a:lstStyle/>
          <a:p>
            <a:r>
              <a:rPr lang="en-IN" dirty="0"/>
              <a:t>REIMBURSEMENT TRACKER HR APP</a:t>
            </a:r>
          </a:p>
        </p:txBody>
      </p:sp>
    </p:spTree>
    <p:extLst>
      <p:ext uri="{BB962C8B-B14F-4D97-AF65-F5344CB8AC3E}">
        <p14:creationId xmlns:p14="http://schemas.microsoft.com/office/powerpoint/2010/main" val="2696605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622FE0-C6E0-83F3-557E-E391B6CC8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6486"/>
            <a:ext cx="12192000" cy="584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0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C44C21-DF3C-3CF2-6F89-A8BBBB60B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365"/>
            <a:ext cx="12192000" cy="581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66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0D58B-D689-5CD2-0A28-0D3E940A4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578"/>
            <a:ext cx="2684929" cy="690282"/>
          </a:xfrm>
        </p:spPr>
        <p:txBody>
          <a:bodyPr>
            <a:normAutofit fontScale="90000"/>
          </a:bodyPr>
          <a:lstStyle/>
          <a:p>
            <a:r>
              <a:rPr lang="en-IN" dirty="0"/>
              <a:t>Home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A36B2E-869D-9A8F-484E-72F2151BD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7860"/>
            <a:ext cx="12192000" cy="577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81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54728-75C6-32B3-20BB-DA1DA0A0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1730" y="2465295"/>
            <a:ext cx="4334435" cy="1206593"/>
          </a:xfrm>
        </p:spPr>
        <p:txBody>
          <a:bodyPr/>
          <a:lstStyle/>
          <a:p>
            <a:r>
              <a:rPr lang="en-IN" dirty="0"/>
              <a:t>Role: Employee</a:t>
            </a:r>
          </a:p>
        </p:txBody>
      </p:sp>
    </p:spTree>
    <p:extLst>
      <p:ext uri="{BB962C8B-B14F-4D97-AF65-F5344CB8AC3E}">
        <p14:creationId xmlns:p14="http://schemas.microsoft.com/office/powerpoint/2010/main" val="3313243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AC5B29-6DA0-7C27-2F42-8BA1A36AE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267"/>
            <a:ext cx="12192000" cy="582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53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3A4B1A-1681-4D68-B3E8-A0535C84F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957"/>
            <a:ext cx="12192000" cy="586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91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5B7AED-4AC4-1A90-491F-D7C428C9F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249"/>
            <a:ext cx="12192000" cy="583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357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15B6E5-ECDE-E592-5D84-3A8D00150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729"/>
            <a:ext cx="12192000" cy="585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89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49D88A-5D44-204D-3262-DFE23143F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2102"/>
            <a:ext cx="12192000" cy="589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138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ECCC25-E9C1-C69C-917B-F07495786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0808"/>
            <a:ext cx="12192000" cy="587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96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C7F91D-2D98-F4C5-FC5D-3BCACB12C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7232"/>
            <a:ext cx="12192000" cy="582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366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CD384-2291-3224-E13E-F19E0C234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8906" y="2400113"/>
            <a:ext cx="2819400" cy="1325563"/>
          </a:xfrm>
        </p:spPr>
        <p:txBody>
          <a:bodyPr/>
          <a:lstStyle/>
          <a:p>
            <a:r>
              <a:rPr lang="en-IN" dirty="0"/>
              <a:t>Role: HR</a:t>
            </a:r>
          </a:p>
        </p:txBody>
      </p:sp>
    </p:spTree>
    <p:extLst>
      <p:ext uri="{BB962C8B-B14F-4D97-AF65-F5344CB8AC3E}">
        <p14:creationId xmlns:p14="http://schemas.microsoft.com/office/powerpoint/2010/main" val="4245827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883695-5D45-36C9-A31A-33F92D4FB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307"/>
            <a:ext cx="12192000" cy="584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669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612ECE-31B9-6412-C641-A073D9E92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2385"/>
            <a:ext cx="12192000" cy="581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00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EC159A-53E7-46BC-0353-FA386775E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208"/>
            <a:ext cx="12192000" cy="583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488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D9E63A-F078-C215-EB83-D84FE460E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208"/>
            <a:ext cx="12192000" cy="583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05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2139D7-8DD4-6C8D-50D9-100DDDD13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666"/>
            <a:ext cx="12192000" cy="583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23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1EEDE7-2E75-B6A9-6B53-9E152BC4F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860"/>
            <a:ext cx="12192000" cy="585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347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</Words>
  <Application>Microsoft Office PowerPoint</Application>
  <PresentationFormat>Widescreen</PresentationFormat>
  <Paragraphs>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REIMBURSEMENT TRACKER HR APP</vt:lpstr>
      <vt:lpstr>PowerPoint Presentation</vt:lpstr>
      <vt:lpstr>PowerPoint Presentation</vt:lpstr>
      <vt:lpstr>Home Page</vt:lpstr>
      <vt:lpstr>Role: Employee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Role: HR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REIMBURSEMENT TRACKER HR APP</dc:title>
  <dc:creator>Praveena Vallela</dc:creator>
  <cp:lastModifiedBy>Praveena Vallela</cp:lastModifiedBy>
  <cp:revision>1</cp:revision>
  <dcterms:created xsi:type="dcterms:W3CDTF">2023-12-11T15:22:10Z</dcterms:created>
  <dcterms:modified xsi:type="dcterms:W3CDTF">2023-12-11T15:42:39Z</dcterms:modified>
</cp:coreProperties>
</file>